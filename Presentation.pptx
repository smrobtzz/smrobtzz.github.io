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28"/>
    <p:restoredTop sz="94724"/>
  </p:normalViewPr>
  <p:slideViewPr>
    <p:cSldViewPr snapToGrid="0">
      <p:cViewPr varScale="1">
        <p:scale>
          <a:sx n="78" d="100"/>
          <a:sy n="78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015F-12BA-4687-75C4-DAD4684C9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07D74-8890-C948-A24D-5BC998631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D0C5-2332-5B92-01BB-0260A4CA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5383F-27E1-1221-4763-244A48F3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21D1C-E057-11DC-2CE7-5A7D322D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1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DE9B-F84F-3D3E-95CE-8B192A14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8F6D1-C405-1087-E50E-BBC4C9BD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2861D-61A0-B522-4156-4E35A4B4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B899F-1D35-02AC-54B6-33E86542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F1E2F-9A7A-D1BD-C03C-D3D4A1C7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2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B760-B2EF-6086-31FF-859D3F75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D9708-E7C8-2380-2065-25E827563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216AC-4835-CCE9-00D1-ED01B4D1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BAD7-1E76-7A7F-9B4A-95427A02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C50-4982-7534-A677-28314718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7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1AD8-EE3F-89B1-531C-8EC912E5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F28F0-D07B-DE12-8B91-9FF222142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484D9-DAEF-AB71-7425-6A45F9ACF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52390-CF44-B381-06DE-06069F23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633A1-FDD6-FAF1-A447-06391770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89899-D565-41B1-ABC3-0AC349A4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56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40BC-E6C1-50A8-4CFC-16C89262B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BA8C3-1159-E50B-FB9E-46643D484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EBCD4-A33E-FA88-82E8-880B119A8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2B04E-15C3-C0DA-2884-132224AA9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F1A86-3836-A7E0-79C6-26193E12A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71037E-412E-F6CA-033E-27484717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27681-D665-C191-6528-F5AD432A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F7416-D8D6-D2B9-5947-2C97E83A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1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3C58-B1E6-AB8C-2F72-0B4BD05F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4FFB2-E0BD-B596-E0BF-F10CC9E4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F7E1F-882C-FB64-9BD9-7809A49C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F853D-4308-EEBB-8B26-7603347A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3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7E41B-0030-2376-5509-0A5BE87B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E3F0-49C2-6580-100D-059CAFFD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0C6C3-4BA5-F65E-1E15-3EB0BDA6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7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5276-BC4C-26B8-7E7F-3D0B2992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617D-90FD-1DAE-17F0-9045CFA44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9859F-E05D-FC0C-6954-31EE92A0C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15F5E-A5D7-8245-308B-7751900E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8F1A1-1BD7-0B62-B2A6-7AAC0039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0C29B-B9B6-7689-1EF3-E45E515B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14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F867-B9F3-9D09-7611-47E334355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CB5FF-39BE-2738-0779-519748BF9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6B2FF-55B6-CCA7-932B-7D3A7FE5F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54DF6-1E0B-8922-445A-A01B648E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0FBE2-C207-F80C-8E23-BF4F90DC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AC8F7-F57B-5E9C-8B18-DB1981C4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88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7979-85B7-0A01-7034-602F7D3D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8C847-9D0C-253E-8721-9FB2CC40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C2C58-3768-463C-F7C3-E811DAE7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E74D0-F4BA-6988-6567-D2728EFF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6E30-494A-E649-07BA-41DEDE18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4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AAC17-8F3C-C91B-8A14-00B585374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41248-C0FA-0239-86AF-B41C897A6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CD3BB-26FB-EAA7-76CD-E4F054E4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F9293-05C3-A01D-BDFB-A8F3463C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A3D04-BC39-DF0C-09CA-722DA666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1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D6ADC-AC36-F7E7-F96D-C6232A12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6C548-3ADE-255C-3F31-445B62C16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E7C69-012F-3279-709A-B4AD08331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8A0DA-056D-3E43-9213-AC3201E6ED81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84C3B-4AA6-A86D-6D18-DE20AC33E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9596-600A-719D-005D-9C5E3FAAD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703-CFC5-EF48-8265-BC1B6AF4F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8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C4097-58D2-7F59-3EB0-32AFEDF90F9F}"/>
              </a:ext>
            </a:extLst>
          </p:cNvPr>
          <p:cNvSpPr txBox="1"/>
          <p:nvPr/>
        </p:nvSpPr>
        <p:spPr>
          <a:xfrm>
            <a:off x="604157" y="587829"/>
            <a:ext cx="3673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Team Members:</a:t>
            </a:r>
          </a:p>
          <a:p>
            <a:r>
              <a:rPr lang="en-US"/>
              <a:t>Sam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D7482-79DF-2209-B9E3-0B30BDFDBBAC}"/>
              </a:ext>
            </a:extLst>
          </p:cNvPr>
          <p:cNvSpPr txBox="1"/>
          <p:nvPr/>
        </p:nvSpPr>
        <p:spPr>
          <a:xfrm>
            <a:off x="604157" y="1850571"/>
            <a:ext cx="3673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Language:</a:t>
            </a:r>
          </a:p>
          <a:p>
            <a:r>
              <a:rPr lang="en-US" dirty="0"/>
              <a:t>Rust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99D8F-C582-9590-BCC1-50A6C3A7B651}"/>
              </a:ext>
            </a:extLst>
          </p:cNvPr>
          <p:cNvSpPr txBox="1"/>
          <p:nvPr/>
        </p:nvSpPr>
        <p:spPr>
          <a:xfrm>
            <a:off x="604157" y="3276599"/>
            <a:ext cx="3673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Lines of Code:</a:t>
            </a:r>
          </a:p>
          <a:p>
            <a:r>
              <a:rPr lang="en-US" dirty="0"/>
              <a:t>2741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A27E6-F86C-8E8D-B00E-4913C0B5A113}"/>
              </a:ext>
            </a:extLst>
          </p:cNvPr>
          <p:cNvSpPr txBox="1"/>
          <p:nvPr/>
        </p:nvSpPr>
        <p:spPr>
          <a:xfrm>
            <a:off x="4936672" y="587829"/>
            <a:ext cx="54646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Functionality Implemented:</a:t>
            </a:r>
          </a:p>
          <a:p>
            <a:pPr marL="285750" indent="-285750">
              <a:buFontTx/>
              <a:buChar char="-"/>
            </a:pPr>
            <a:r>
              <a:rPr lang="en-US" dirty="0"/>
              <a:t>Basic functionality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Functions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Literals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Program blocks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Control sections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Macros</a:t>
            </a:r>
          </a:p>
        </p:txBody>
      </p:sp>
    </p:spTree>
    <p:extLst>
      <p:ext uri="{BB962C8B-B14F-4D97-AF65-F5344CB8AC3E}">
        <p14:creationId xmlns:p14="http://schemas.microsoft.com/office/powerpoint/2010/main" val="233251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EA9AF9-21EF-6E40-AA86-4846CD7B8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64" y="941784"/>
            <a:ext cx="12240728" cy="453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9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24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Sam</dc:creator>
  <cp:lastModifiedBy>Roberts, Sam</cp:lastModifiedBy>
  <cp:revision>9</cp:revision>
  <dcterms:created xsi:type="dcterms:W3CDTF">2025-12-16T18:26:31Z</dcterms:created>
  <dcterms:modified xsi:type="dcterms:W3CDTF">2025-12-17T05:24:46Z</dcterms:modified>
</cp:coreProperties>
</file>